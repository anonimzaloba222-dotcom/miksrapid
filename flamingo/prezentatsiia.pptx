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Пам'ятна мінімодель ракети FP-5 «Фламінго» для 3D-друку: ракета довжиною 120 мм на підставці з написом.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задумана як пам'ятний сувенір: її легко надрукувати на звичайному FDM-принтері.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Загальний габарит зібраної моделі — 140 на 58 на 54,8 міліметра.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розбита на чотири деталі, кожна друкується пласко без підтримок.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Перший аркуш ескізу: вигляди спереду, згори і з носа з габаритними розмірами, перевірка посадок і підсумок матеріалу.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Друкуємо PLA соплом 0,4 мм, шаром 0,12–0,16 мм. Підтримки не потрібні. Напис можна виділити зміною кольору на висоті 6 мм.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Уся модель потребує близько 40 грамів пластику — це приблизно 28 гривень при ціні котушки 700 гривень за кілограм.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Найбільше пластику йде на підставку — близько трьох чвертей усієї маси.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Деталі просто вставляються одна в одну, клей — за бажанням.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Архів flamingo_fp5.zip містить файли для друку, 3D-моделі для Blender, ескіз і розрахунок.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Підсумок: модель готова до друку, всі файли — в одному архіві.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